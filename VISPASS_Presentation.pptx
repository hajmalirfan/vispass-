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vispass-frontend.onrender.com/" TargetMode="External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548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INTRODUCTION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9144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VISPASS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830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 Entry &amp; Gate Pass Management System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6517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digital solution for secure visitor registration and event entry.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React.js, FastAPI and PostgreSQL.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7033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M. Hajmal Irfan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Department: B.E. CSE – Cyber Security</a:t>
            </a:r>
            <a:endParaRPr lang="en-US" sz="1400" dirty="0"/>
          </a:p>
        </p:txBody>
      </p:sp>
      <p:sp>
        <p:nvSpPr>
          <p:cNvPr id="8" name="Text 6">
            <a:hlinkClick r:id="rId1" tooltip=""/>
          </p:cNvPr>
          <p:cNvSpPr txBox="1"/>
          <p:nvPr/>
        </p:nvSpPr>
        <p:spPr>
          <a:xfrm>
            <a:off x="731520" y="44348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Live app: https://vispass-frontend.onrender.com/</a:t>
            </a:r>
            <a:endParaRPr lang="en-US" sz="1100" dirty="0"/>
          </a:p>
        </p:txBody>
      </p:sp>
      <p:pic>
        <p:nvPicPr>
          <p:cNvPr id="9" name="Login screenshot" descr="/home/claude/log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411480"/>
            <a:ext cx="2533276" cy="42976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989320" y="411480"/>
            <a:ext cx="2533276" cy="4297680"/>
          </a:xfrm>
          <a:prstGeom prst="rect">
            <a:avLst/>
          </a:prstGeom>
          <a:ln w="12700">
            <a:solidFill>
              <a:srgbClr val="DBE4F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2296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32004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VISPASS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7731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EFF6FF"/>
          </a:solidFill>
          <a:ln w="12700">
            <a:solidFill>
              <a:srgbClr val="DBE4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252728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252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1430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visitor entry depends on paper registers and manual verification.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1847088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EFF6FF"/>
          </a:solidFill>
          <a:ln w="12700">
            <a:solidFill>
              <a:srgbClr val="DBE4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1956816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1956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184708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hosts struggle to manage large numbers of visitor applications.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2551176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EFF6FF"/>
          </a:solidFill>
          <a:ln w="12700">
            <a:solidFill>
              <a:srgbClr val="DBE4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" y="2660904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2660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2551176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approval and gate-pass generation consume time.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3255264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EFF6FF"/>
          </a:solidFill>
          <a:ln w="12700">
            <a:solidFill>
              <a:srgbClr val="DBE4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3364992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3364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3255264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records are hard to track, search and audit.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57200" y="3959352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EFF6FF"/>
          </a:solidFill>
          <a:ln w="12700">
            <a:solidFill>
              <a:srgbClr val="DBE4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4069080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4360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188720" y="395935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staff need a faster way to verify approved visitors.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2296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32004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VISPASS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7731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5156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centralized digital platform to manage event-based visitor entry.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691640"/>
            <a:ext cx="5303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create and manage events.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Visitors submit details and apply for events.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accept or reject applications.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visitors receive a unique QR gate pass.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Checkers scan the QR code to verify the pass and record entry.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visitor and entry records are stored in the database.</a:t>
            </a:r>
            <a:endParaRPr lang="en-US" sz="1500" dirty="0"/>
          </a:p>
        </p:txBody>
      </p:sp>
      <p:pic>
        <p:nvPicPr>
          <p:cNvPr id="8" name="Login screenshot" descr="/home/claude/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868680"/>
            <a:ext cx="2048180" cy="34747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309360" y="868680"/>
            <a:ext cx="2048180" cy="3474720"/>
          </a:xfrm>
          <a:prstGeom prst="rect">
            <a:avLst/>
          </a:prstGeom>
          <a:ln w="12700">
            <a:solidFill>
              <a:srgbClr val="DBE4F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309360" y="44348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application login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2296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32004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 &amp; Access Control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VISPASS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7731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1965960" cy="2926080"/>
          </a:xfrm>
          <a:prstGeom prst="roundRect">
            <a:avLst>
              <a:gd name="adj" fmla="val 3721"/>
            </a:avLst>
          </a:prstGeom>
          <a:solidFill>
            <a:srgbClr val="EFF6FF"/>
          </a:solidFill>
          <a:ln w="12700">
            <a:solidFill>
              <a:srgbClr val="DBE4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97280"/>
            <a:ext cx="196596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2801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783080"/>
            <a:ext cx="1691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manage events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visitor applications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or reject visitors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attendance and reports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42032" y="1097280"/>
            <a:ext cx="1965960" cy="2926080"/>
          </a:xfrm>
          <a:prstGeom prst="roundRect">
            <a:avLst>
              <a:gd name="adj" fmla="val 3721"/>
            </a:avLst>
          </a:prstGeom>
          <a:solidFill>
            <a:srgbClr val="EFF6FF"/>
          </a:solidFill>
          <a:ln w="12700">
            <a:solidFill>
              <a:srgbClr val="DBE4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42032" y="1097280"/>
            <a:ext cx="196596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79192" y="12801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679192" y="1783080"/>
            <a:ext cx="1691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and log in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events and apply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application status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QR pass after approval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26864" y="1097280"/>
            <a:ext cx="1965960" cy="2926080"/>
          </a:xfrm>
          <a:prstGeom prst="roundRect">
            <a:avLst>
              <a:gd name="adj" fmla="val 3721"/>
            </a:avLst>
          </a:prstGeom>
          <a:solidFill>
            <a:srgbClr val="EFF6FF"/>
          </a:solidFill>
          <a:ln w="12700">
            <a:solidFill>
              <a:srgbClr val="DBE4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26864" y="1097280"/>
            <a:ext cx="196596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64024" y="12801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Checker (Security)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764024" y="1783080"/>
            <a:ext cx="1691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visitor QR codes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pass validity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check-in and check-out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11696" y="1097280"/>
            <a:ext cx="1965960" cy="2926080"/>
          </a:xfrm>
          <a:prstGeom prst="roundRect">
            <a:avLst>
              <a:gd name="adj" fmla="val 3721"/>
            </a:avLst>
          </a:prstGeom>
          <a:solidFill>
            <a:srgbClr val="EFF6FF"/>
          </a:solidFill>
          <a:ln w="12700">
            <a:solidFill>
              <a:srgbClr val="DBE4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11696" y="1097280"/>
            <a:ext cx="196596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48856" y="12801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848856" y="1783080"/>
            <a:ext cx="1691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users and access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Oversee system activity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(RBAC) restricts each user to authorized operations.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2296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32004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VISPASS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7731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18872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20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20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&amp; dashboards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283464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3383280" y="118872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83280" y="118872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20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20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 &amp; business logic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76072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6309360" y="118872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09360" y="118872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20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20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&amp; entry records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2377440" cy="1280160"/>
          </a:xfrm>
          <a:prstGeom prst="roundRect">
            <a:avLst>
              <a:gd name="adj" fmla="val 5714"/>
            </a:avLst>
          </a:prstGeom>
          <a:solidFill>
            <a:srgbClr val="EFF6FF"/>
          </a:solidFill>
          <a:ln w="12700">
            <a:solidFill>
              <a:srgbClr val="DBE4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301752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Token-based login and role checks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383280" y="3017520"/>
            <a:ext cx="2377440" cy="1280160"/>
          </a:xfrm>
          <a:prstGeom prst="roundRect">
            <a:avLst>
              <a:gd name="adj" fmla="val 5714"/>
            </a:avLst>
          </a:prstGeom>
          <a:solidFill>
            <a:srgbClr val="EFF6FF"/>
          </a:solidFill>
          <a:ln w="12700">
            <a:solidFill>
              <a:srgbClr val="DBE4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520440" y="301752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Module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and validates unique gate-pass tokens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309360" y="3017520"/>
            <a:ext cx="2377440" cy="1280160"/>
          </a:xfrm>
          <a:prstGeom prst="roundRect">
            <a:avLst>
              <a:gd name="adj" fmla="val 5714"/>
            </a:avLst>
          </a:prstGeom>
          <a:solidFill>
            <a:srgbClr val="EFF6FF"/>
          </a:solidFill>
          <a:ln w="12700">
            <a:solidFill>
              <a:srgbClr val="DBE4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46520" y="301752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Storage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Securely stores visitor photos and ID proofs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2296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32004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VISPASS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7731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EFF6FF"/>
          </a:solidFill>
          <a:ln w="12700">
            <a:solidFill>
              <a:srgbClr val="DBE4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09728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details and roles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46120" y="109728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EFF6FF"/>
          </a:solidFill>
          <a:ln w="12700">
            <a:solidFill>
              <a:srgbClr val="DBE4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83280" y="109728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visitor_profiles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 contact and profile info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035040" y="109728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EFF6FF"/>
          </a:solidFill>
          <a:ln w="12700">
            <a:solidFill>
              <a:srgbClr val="DBE4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72200" y="109728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host, venue, date, capacity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233172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EFF6FF"/>
          </a:solidFill>
          <a:ln w="12700">
            <a:solidFill>
              <a:srgbClr val="DBE4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33172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event_registrations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Applications, purpose, approval status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246120" y="233172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EFF6FF"/>
          </a:solidFill>
          <a:ln w="12700">
            <a:solidFill>
              <a:srgbClr val="DBE4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383280" y="233172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qr_passes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QR tokens and validity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035040" y="233172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EFF6FF"/>
          </a:solidFill>
          <a:ln w="12700">
            <a:solidFill>
              <a:srgbClr val="DBE4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172200" y="233172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entry_logs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Checker, check-in and check-out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703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host creates events; visitors apply; approved registrations receive QR passes; scans create entry logs.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2296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32004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Workflow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VISPASS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7731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43000" y="1783080"/>
            <a:ext cx="438912" cy="0"/>
          </a:xfrm>
          <a:prstGeom prst="line">
            <a:avLst/>
          </a:prstGeom>
          <a:noFill/>
          <a:ln w="19050">
            <a:solidFill>
              <a:srgbClr val="0B1F3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65760" y="2286000"/>
            <a:ext cx="1097280" cy="1371600"/>
          </a:xfrm>
          <a:prstGeom prst="roundRect">
            <a:avLst>
              <a:gd name="adj" fmla="val 6667"/>
            </a:avLst>
          </a:prstGeom>
          <a:solidFill>
            <a:srgbClr val="EFF6FF"/>
          </a:solidFill>
          <a:ln w="12700">
            <a:solidFill>
              <a:srgbClr val="DBE4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11480" y="2286000"/>
            <a:ext cx="1005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creates event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901952" y="1554480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901952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359152" y="1783080"/>
            <a:ext cx="438912" cy="0"/>
          </a:xfrm>
          <a:prstGeom prst="line">
            <a:avLst/>
          </a:prstGeom>
          <a:noFill/>
          <a:ln w="19050">
            <a:solidFill>
              <a:srgbClr val="0B1F3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581912" y="2286000"/>
            <a:ext cx="1097280" cy="1371600"/>
          </a:xfrm>
          <a:prstGeom prst="roundRect">
            <a:avLst>
              <a:gd name="adj" fmla="val 6667"/>
            </a:avLst>
          </a:prstGeom>
          <a:solidFill>
            <a:srgbClr val="EFF6FF"/>
          </a:solidFill>
          <a:ln w="12700">
            <a:solidFill>
              <a:srgbClr val="DBE4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627632" y="2286000"/>
            <a:ext cx="1005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 applies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118104" y="1554480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118104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575304" y="1783080"/>
            <a:ext cx="438912" cy="0"/>
          </a:xfrm>
          <a:prstGeom prst="line">
            <a:avLst/>
          </a:prstGeom>
          <a:noFill/>
          <a:ln w="19050">
            <a:solidFill>
              <a:srgbClr val="0B1F3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798064" y="2286000"/>
            <a:ext cx="1097280" cy="1371600"/>
          </a:xfrm>
          <a:prstGeom prst="roundRect">
            <a:avLst>
              <a:gd name="adj" fmla="val 6667"/>
            </a:avLst>
          </a:prstGeom>
          <a:solidFill>
            <a:srgbClr val="EFF6FF"/>
          </a:solidFill>
          <a:ln w="12700">
            <a:solidFill>
              <a:srgbClr val="DBE4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843784" y="2286000"/>
            <a:ext cx="1005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approves / rejects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34256" y="1554480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334256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791456" y="1783080"/>
            <a:ext cx="438912" cy="0"/>
          </a:xfrm>
          <a:prstGeom prst="line">
            <a:avLst/>
          </a:prstGeom>
          <a:noFill/>
          <a:ln w="19050">
            <a:solidFill>
              <a:srgbClr val="0B1F3A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014216" y="2286000"/>
            <a:ext cx="1097280" cy="1371600"/>
          </a:xfrm>
          <a:prstGeom prst="roundRect">
            <a:avLst>
              <a:gd name="adj" fmla="val 6667"/>
            </a:avLst>
          </a:prstGeom>
          <a:solidFill>
            <a:srgbClr val="EFF6FF"/>
          </a:solidFill>
          <a:ln w="12700">
            <a:solidFill>
              <a:srgbClr val="DBE4F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059936" y="2286000"/>
            <a:ext cx="1005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pass generated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550408" y="1554480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550408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007608" y="1783080"/>
            <a:ext cx="438912" cy="0"/>
          </a:xfrm>
          <a:prstGeom prst="line">
            <a:avLst/>
          </a:prstGeom>
          <a:noFill/>
          <a:ln w="19050">
            <a:solidFill>
              <a:srgbClr val="0B1F3A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230368" y="2286000"/>
            <a:ext cx="1097280" cy="1371600"/>
          </a:xfrm>
          <a:prstGeom prst="roundRect">
            <a:avLst>
              <a:gd name="adj" fmla="val 6667"/>
            </a:avLst>
          </a:prstGeom>
          <a:solidFill>
            <a:srgbClr val="EFF6FF"/>
          </a:solidFill>
          <a:ln w="12700">
            <a:solidFill>
              <a:srgbClr val="DBE4F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276088" y="2286000"/>
            <a:ext cx="1005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 shows QR at gate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766560" y="1554480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76656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223760" y="1783080"/>
            <a:ext cx="438912" cy="0"/>
          </a:xfrm>
          <a:prstGeom prst="line">
            <a:avLst/>
          </a:prstGeom>
          <a:noFill/>
          <a:ln w="19050">
            <a:solidFill>
              <a:srgbClr val="0B1F3A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6446520" y="2286000"/>
            <a:ext cx="1097280" cy="1371600"/>
          </a:xfrm>
          <a:prstGeom prst="roundRect">
            <a:avLst>
              <a:gd name="adj" fmla="val 6667"/>
            </a:avLst>
          </a:prstGeom>
          <a:solidFill>
            <a:srgbClr val="EFF6FF"/>
          </a:solidFill>
          <a:ln w="12700">
            <a:solidFill>
              <a:srgbClr val="DBE4F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92240" y="2286000"/>
            <a:ext cx="1005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Checker scans &amp; verifies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982712" y="155448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982712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662672" y="2286000"/>
            <a:ext cx="1097280" cy="1371600"/>
          </a:xfrm>
          <a:prstGeom prst="roundRect">
            <a:avLst>
              <a:gd name="adj" fmla="val 6667"/>
            </a:avLst>
          </a:prstGeom>
          <a:solidFill>
            <a:srgbClr val="EFF6FF"/>
          </a:solidFill>
          <a:ln w="12700">
            <a:solidFill>
              <a:srgbClr val="DBE4F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708392" y="2286000"/>
            <a:ext cx="1005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stored in PostgreSQL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applications move from the host to the gate in a single secure QR-based flow.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2296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32004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&amp; Future Enhancements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VISPASS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7731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4023360" cy="2651760"/>
          </a:xfrm>
          <a:prstGeom prst="roundRect">
            <a:avLst>
              <a:gd name="adj" fmla="val 2759"/>
            </a:avLst>
          </a:prstGeom>
          <a:solidFill>
            <a:srgbClr val="EFF6FF"/>
          </a:solidFill>
          <a:ln w="12700">
            <a:solidFill>
              <a:srgbClr val="DBE4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97280"/>
            <a:ext cx="402336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Benefits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783080"/>
            <a:ext cx="3611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visitor verification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paperwork and manual effort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event and visitor records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access control and traceability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attendance monitoring and reporting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4023360" cy="2651760"/>
          </a:xfrm>
          <a:prstGeom prst="roundRect">
            <a:avLst>
              <a:gd name="adj" fmla="val 2759"/>
            </a:avLst>
          </a:prstGeom>
          <a:solidFill>
            <a:srgbClr val="EFF6FF"/>
          </a:solidFill>
          <a:ln w="12700">
            <a:solidFill>
              <a:srgbClr val="DBE4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097280"/>
            <a:ext cx="402336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1783080"/>
            <a:ext cx="3611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or SMS notifications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pass expiry and duplicate-scan prevention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 and downloadable reports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Multi-factor authentication and audit-log monitoring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9319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VISPASS makes event registration and visitor entry more efficient, organized and secure.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VISPASS – Visitor Entry &amp; Gate Pass Management System</dc:title>
  <dc:subject>PptxGenJS Presentation</dc:subject>
  <dc:creator>M. Hajmal Irfan</dc:creator>
  <cp:lastModifiedBy>M. Hajmal Irfan</cp:lastModifiedBy>
  <cp:revision>1</cp:revision>
  <dcterms:created xsi:type="dcterms:W3CDTF">2026-10-10T10:33:58Z</dcterms:created>
  <dcterms:modified xsi:type="dcterms:W3CDTF">2026-10-10T10:33:58Z</dcterms:modified>
</cp:coreProperties>
</file>